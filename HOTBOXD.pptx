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Comfortaa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Comfortaa-regular.fntdata"/><Relationship Id="rId10" Type="http://schemas.openxmlformats.org/officeDocument/2006/relationships/slide" Target="slides/slide5.xml"/><Relationship Id="rId12" Type="http://schemas.openxmlformats.org/officeDocument/2006/relationships/font" Target="fonts/Comfortaa-bold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3f856a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3f856a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4209877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e4209877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4209877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e4209877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4209877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e4209877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BE4B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2775" y="297950"/>
            <a:ext cx="1239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E69138"/>
                </a:solidFill>
                <a:latin typeface="Impact"/>
                <a:ea typeface="Impact"/>
                <a:cs typeface="Impact"/>
                <a:sym typeface="Impact"/>
              </a:rPr>
              <a:t>HOTBOX</a:t>
            </a:r>
            <a:r>
              <a:rPr lang="en-GB" sz="22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D</a:t>
            </a:r>
            <a:endParaRPr sz="22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481000" y="43625"/>
            <a:ext cx="141372" cy="36968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07700" y="1239475"/>
            <a:ext cx="77286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Rate What You Smoke</a:t>
            </a:r>
            <a:endParaRPr b="1" sz="44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62725" y="2215975"/>
            <a:ext cx="5510100" cy="3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Search bar….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62650" y="2741750"/>
            <a:ext cx="5510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780800" y="2741750"/>
            <a:ext cx="55824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Top Ratings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780800" y="3409125"/>
            <a:ext cx="55824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New Ratings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1780800" y="4076500"/>
            <a:ext cx="55824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Whats Trending</a:t>
            </a:r>
            <a:endParaRPr/>
          </a:p>
        </p:txBody>
      </p:sp>
      <p:pic>
        <p:nvPicPr>
          <p:cNvPr id="62" name="Google Shape;62;p13" title="881504-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6625" y="297950"/>
            <a:ext cx="369675" cy="3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426275" y="1504993"/>
            <a:ext cx="8010000" cy="12939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82775" y="297950"/>
            <a:ext cx="1239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E69138"/>
                </a:solidFill>
                <a:latin typeface="Impact"/>
                <a:ea typeface="Impact"/>
                <a:cs typeface="Impact"/>
                <a:sym typeface="Impact"/>
              </a:rPr>
              <a:t>HOTBOX</a:t>
            </a:r>
            <a:r>
              <a:rPr lang="en-GB" sz="22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D</a:t>
            </a:r>
            <a:endParaRPr sz="22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1481000" y="43625"/>
            <a:ext cx="141372" cy="36968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295425" y="298000"/>
            <a:ext cx="2676600" cy="3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Search bar….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618100" y="227200"/>
            <a:ext cx="14403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Top Ratings</a:t>
            </a:r>
            <a:endParaRPr/>
          </a:p>
        </p:txBody>
      </p:sp>
      <p:pic>
        <p:nvPicPr>
          <p:cNvPr id="72" name="Google Shape;72;p14" title="881504-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6625" y="297950"/>
            <a:ext cx="369675" cy="3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513250" y="15593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IMG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18616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224850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263532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302215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34089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1758425" y="1823668"/>
            <a:ext cx="194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861675" y="2168318"/>
            <a:ext cx="2196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Short description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 rot="10800000">
            <a:off x="480700" y="95772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513250" y="89228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FLOWER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" name="Google Shape;83;p14"/>
          <p:cNvSpPr/>
          <p:nvPr/>
        </p:nvSpPr>
        <p:spPr>
          <a:xfrm rot="10800000">
            <a:off x="1861675" y="959118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1894225" y="893681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CARTS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5" name="Google Shape;85;p14"/>
          <p:cNvSpPr/>
          <p:nvPr/>
        </p:nvSpPr>
        <p:spPr>
          <a:xfrm rot="10800000">
            <a:off x="3275207" y="95516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3307757" y="88972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DISPOSABLE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7" name="Google Shape;87;p14"/>
          <p:cNvSpPr/>
          <p:nvPr/>
        </p:nvSpPr>
        <p:spPr>
          <a:xfrm rot="10800000">
            <a:off x="4688732" y="948737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4721282" y="883299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PREROLLS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9" name="Google Shape;89;p14"/>
          <p:cNvSpPr/>
          <p:nvPr/>
        </p:nvSpPr>
        <p:spPr>
          <a:xfrm rot="10800000">
            <a:off x="6102257" y="946171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6134807" y="880734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BEVERAGES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" name="Google Shape;91;p14"/>
          <p:cNvSpPr/>
          <p:nvPr/>
        </p:nvSpPr>
        <p:spPr>
          <a:xfrm rot="10800000">
            <a:off x="7548349" y="941500"/>
            <a:ext cx="14169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7580875" y="876050"/>
            <a:ext cx="14403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CONCENTRATES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26275" y="2927393"/>
            <a:ext cx="8010000" cy="12939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13250" y="29817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IMG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86167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2248500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63532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3022150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340897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758425" y="3246068"/>
            <a:ext cx="194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861675" y="3590718"/>
            <a:ext cx="2196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Short description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238025" y="1662750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review, plus maybe one or two user submitted images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296350" y="3087725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review, plus maybe one or two user submitted images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426275" y="1504993"/>
            <a:ext cx="8010000" cy="12939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382775" y="297950"/>
            <a:ext cx="1239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E69138"/>
                </a:solidFill>
                <a:latin typeface="Impact"/>
                <a:ea typeface="Impact"/>
                <a:cs typeface="Impact"/>
                <a:sym typeface="Impact"/>
              </a:rPr>
              <a:t>HOTBOX</a:t>
            </a:r>
            <a:r>
              <a:rPr lang="en-GB" sz="22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D</a:t>
            </a:r>
            <a:endParaRPr sz="22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481000" y="43625"/>
            <a:ext cx="141372" cy="36968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295425" y="298000"/>
            <a:ext cx="2676600" cy="3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Search bar….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2618100" y="227200"/>
            <a:ext cx="15612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New </a:t>
            </a:r>
            <a:r>
              <a:rPr lang="en-GB" sz="1800">
                <a:solidFill>
                  <a:schemeClr val="dk2"/>
                </a:solidFill>
              </a:rPr>
              <a:t>Ratings</a:t>
            </a:r>
            <a:endParaRPr/>
          </a:p>
        </p:txBody>
      </p:sp>
      <p:pic>
        <p:nvPicPr>
          <p:cNvPr id="113" name="Google Shape;113;p15" title="881504-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6625" y="297950"/>
            <a:ext cx="369675" cy="3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513250" y="15593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IMG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8616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224850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63532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302215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34089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758425" y="1823668"/>
            <a:ext cx="194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861675" y="2168318"/>
            <a:ext cx="2196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Short description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 rot="10800000">
            <a:off x="480700" y="95772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13250" y="89228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FLOWER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4" name="Google Shape;124;p15"/>
          <p:cNvSpPr/>
          <p:nvPr/>
        </p:nvSpPr>
        <p:spPr>
          <a:xfrm rot="10800000">
            <a:off x="1861675" y="959118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894225" y="893681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CARTS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" name="Google Shape;126;p15"/>
          <p:cNvSpPr/>
          <p:nvPr/>
        </p:nvSpPr>
        <p:spPr>
          <a:xfrm rot="10800000">
            <a:off x="3275207" y="95516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307757" y="88972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DISPOSABLE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" name="Google Shape;128;p15"/>
          <p:cNvSpPr/>
          <p:nvPr/>
        </p:nvSpPr>
        <p:spPr>
          <a:xfrm rot="10800000">
            <a:off x="4688732" y="948737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721282" y="883299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PREROLLS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" name="Google Shape;130;p15"/>
          <p:cNvSpPr/>
          <p:nvPr/>
        </p:nvSpPr>
        <p:spPr>
          <a:xfrm rot="10800000">
            <a:off x="6102257" y="946171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134807" y="880734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BEVERAGES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" name="Google Shape;132;p15"/>
          <p:cNvSpPr/>
          <p:nvPr/>
        </p:nvSpPr>
        <p:spPr>
          <a:xfrm rot="10800000">
            <a:off x="7548349" y="941500"/>
            <a:ext cx="14169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580875" y="876050"/>
            <a:ext cx="14403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CONCENTRATES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26275" y="2927393"/>
            <a:ext cx="8010000" cy="12939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13250" y="29817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IMG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186167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2248500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263532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3022150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340897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758425" y="3246068"/>
            <a:ext cx="194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1861675" y="3590718"/>
            <a:ext cx="2196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Short description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4238025" y="1662750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review, plus maybe one or two user submitted images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4296350" y="3087725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review, plus maybe one or two user submitted images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426275" y="1504993"/>
            <a:ext cx="8010000" cy="12939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382775" y="297950"/>
            <a:ext cx="1239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E69138"/>
                </a:solidFill>
                <a:latin typeface="Impact"/>
                <a:ea typeface="Impact"/>
                <a:cs typeface="Impact"/>
                <a:sym typeface="Impact"/>
              </a:rPr>
              <a:t>HOTBOX</a:t>
            </a:r>
            <a:r>
              <a:rPr lang="en-GB" sz="22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D</a:t>
            </a:r>
            <a:endParaRPr sz="22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481000" y="43625"/>
            <a:ext cx="141372" cy="36968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295425" y="298000"/>
            <a:ext cx="2676600" cy="3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Search bar….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618100" y="227200"/>
            <a:ext cx="18642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Whats Trending</a:t>
            </a:r>
            <a:endParaRPr/>
          </a:p>
        </p:txBody>
      </p:sp>
      <p:pic>
        <p:nvPicPr>
          <p:cNvPr id="154" name="Google Shape;154;p16" title="881504-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6625" y="297950"/>
            <a:ext cx="369675" cy="3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/>
          <p:nvPr/>
        </p:nvSpPr>
        <p:spPr>
          <a:xfrm>
            <a:off x="513250" y="15593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Website IMG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18616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224850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263532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302215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34089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758425" y="1823668"/>
            <a:ext cx="194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861675" y="2168318"/>
            <a:ext cx="2196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Short description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63" name="Google Shape;163;p16"/>
          <p:cNvSpPr/>
          <p:nvPr/>
        </p:nvSpPr>
        <p:spPr>
          <a:xfrm rot="10800000">
            <a:off x="480700" y="95772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513250" y="89228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FLOWER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5" name="Google Shape;165;p16"/>
          <p:cNvSpPr/>
          <p:nvPr/>
        </p:nvSpPr>
        <p:spPr>
          <a:xfrm rot="10800000">
            <a:off x="1861675" y="959118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894225" y="893681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CARTS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7" name="Google Shape;167;p16"/>
          <p:cNvSpPr/>
          <p:nvPr/>
        </p:nvSpPr>
        <p:spPr>
          <a:xfrm rot="10800000">
            <a:off x="3275207" y="95516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307757" y="88972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DISPOSABLE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9" name="Google Shape;169;p16"/>
          <p:cNvSpPr/>
          <p:nvPr/>
        </p:nvSpPr>
        <p:spPr>
          <a:xfrm rot="10800000">
            <a:off x="4688732" y="948737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4721282" y="883299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PREROLLS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1" name="Google Shape;171;p16"/>
          <p:cNvSpPr/>
          <p:nvPr/>
        </p:nvSpPr>
        <p:spPr>
          <a:xfrm rot="10800000">
            <a:off x="6102257" y="946171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6134807" y="880734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BEVERAGES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3" name="Google Shape;173;p16"/>
          <p:cNvSpPr/>
          <p:nvPr/>
        </p:nvSpPr>
        <p:spPr>
          <a:xfrm rot="10800000">
            <a:off x="7548349" y="941500"/>
            <a:ext cx="14169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580875" y="876050"/>
            <a:ext cx="14403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CONCENTRATES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26275" y="2927393"/>
            <a:ext cx="8010000" cy="12939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13250" y="29817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Website IMG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186167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2248500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263532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3022150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408975" y="29817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758425" y="3246068"/>
            <a:ext cx="19494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861675" y="3590718"/>
            <a:ext cx="2196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Short description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4238025" y="1662750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review, plus maybe one or two user submitted images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4296350" y="3087725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review, plus maybe one or two user submitted images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/>
          <p:nvPr/>
        </p:nvSpPr>
        <p:spPr>
          <a:xfrm>
            <a:off x="426275" y="1287101"/>
            <a:ext cx="8010000" cy="37974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382775" y="297950"/>
            <a:ext cx="12396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E69138"/>
                </a:solidFill>
                <a:latin typeface="Impact"/>
                <a:ea typeface="Impact"/>
                <a:cs typeface="Impact"/>
                <a:sym typeface="Impact"/>
              </a:rPr>
              <a:t>HOTBOX</a:t>
            </a:r>
            <a:r>
              <a:rPr lang="en-GB" sz="22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D</a:t>
            </a:r>
            <a:endParaRPr sz="22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1481000" y="43625"/>
            <a:ext cx="141372" cy="36968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5295425" y="298000"/>
            <a:ext cx="2676600" cy="3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Search bar….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2618100" y="227200"/>
            <a:ext cx="1864200" cy="511200"/>
          </a:xfrm>
          <a:prstGeom prst="roundRect">
            <a:avLst>
              <a:gd fmla="val 16667" name="adj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Make a Review</a:t>
            </a:r>
            <a:endParaRPr/>
          </a:p>
        </p:txBody>
      </p:sp>
      <p:pic>
        <p:nvPicPr>
          <p:cNvPr id="195" name="Google Shape;195;p17" title="881504-2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6625" y="297950"/>
            <a:ext cx="369675" cy="3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513250" y="1559368"/>
            <a:ext cx="1174500" cy="1174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inputted IMG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18616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224850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263532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3022150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3408975" y="1559368"/>
            <a:ext cx="369600" cy="351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 rot="10800000">
            <a:off x="480700" y="95772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513250" y="89228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FLOWER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4" name="Google Shape;204;p17"/>
          <p:cNvSpPr/>
          <p:nvPr/>
        </p:nvSpPr>
        <p:spPr>
          <a:xfrm rot="10800000">
            <a:off x="1861675" y="959118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894225" y="893681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CARTS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6" name="Google Shape;206;p17"/>
          <p:cNvSpPr/>
          <p:nvPr/>
        </p:nvSpPr>
        <p:spPr>
          <a:xfrm rot="10800000">
            <a:off x="3275207" y="955165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3307757" y="889728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DISPOSABLE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8" name="Google Shape;208;p17"/>
          <p:cNvSpPr/>
          <p:nvPr/>
        </p:nvSpPr>
        <p:spPr>
          <a:xfrm rot="10800000">
            <a:off x="4688732" y="948737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4721282" y="883299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PREROLLS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0" name="Google Shape;210;p17"/>
          <p:cNvSpPr/>
          <p:nvPr/>
        </p:nvSpPr>
        <p:spPr>
          <a:xfrm rot="10800000">
            <a:off x="6102257" y="946171"/>
            <a:ext cx="12396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134807" y="880734"/>
            <a:ext cx="1174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BEVERAGES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2" name="Google Shape;212;p17"/>
          <p:cNvSpPr/>
          <p:nvPr/>
        </p:nvSpPr>
        <p:spPr>
          <a:xfrm rot="10800000">
            <a:off x="7548349" y="941500"/>
            <a:ext cx="1416900" cy="2610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69AC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7580875" y="876050"/>
            <a:ext cx="14403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CONCENTRATES</a:t>
            </a:r>
            <a:endParaRPr b="1" sz="11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4238025" y="1662750"/>
            <a:ext cx="3927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User review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1844525" y="1967700"/>
            <a:ext cx="19512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Item link on OCS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